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334500" cy="5257800"/>
  <p:notesSz cx="5257800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https://www.youtube.com/watch?v=0VgxAnZKM14 CNN
https://www.youtube.com/watch?v=7b53L10RaIE (OSU) Atrias
https://www.youtube.com/watch?v=LfcZ_EdTtGw G1 (unitree)
https://www.reddit.com/r/oddlyterrifying/comments/1j6h9q9/how_quickly_this_robot_gets_up_after_being_pushed/ reddit
https://www.youtube.com/watch?v=KSvLcr5HtNc OP3 Soccer
https://www.youtube.com/watch?v=y3RIHnK0_NE&amp;t=101s Bosstown Dynamics (Corridor Digital)
https://www.youtube.com/watch?v=aM-qb1yd5mU nadia (IHMC Robotics)
https://www.youtube.com/watch?v=2amzGvk97GE Agility Robotics
https://www.youtube.com/watch?v=w97H0eEKYvY TU Delft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&lt;span style="color: white"&gt;No bullet-time for **H**e**1**nz&lt;/span&gt;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Neo - Slidev</dc:title>
  <dc:subject>&lt;h2&gt;3min Presetionation for Project Neo&lt;/h2&gt;
</dc:subject>
  <dc:creator>PptxGenJS</dc:creator>
  <cp:lastModifiedBy>PptxGenJS</cp:lastModifiedBy>
  <cp:revision>1</cp:revision>
  <dcterms:created xsi:type="dcterms:W3CDTF">2026-05-04T13:48:59Z</dcterms:created>
  <dcterms:modified xsi:type="dcterms:W3CDTF">2026-05-04T13:48:59Z</dcterms:modified>
</cp:coreProperties>
</file>